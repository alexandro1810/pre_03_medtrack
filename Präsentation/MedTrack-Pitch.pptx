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312120-4845-B403-AC9C-17003478DEBF}" v="40" dt="2026-09-21T06:03:43.374"/>
    <p1510:client id="{FC7A0EFE-0ECB-0AE5-9454-2D8D029CC6F9}" v="45" dt="2026-09-21T06:21:06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62B23A-B94D-2466-22AD-13741F013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C4E53C-94F1-055D-1370-08C55859F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E5C106-5211-C735-6FB5-CD12DF87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D7F3EB-EF23-0289-7BAB-AA6B803F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13389A-1238-0AD3-B5AF-7A5B54BD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15168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836A6-DD22-E009-EFB6-5A0A592D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530B30-22F9-CD27-E52D-A4CDD0F59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95C0D-0CBD-16EB-C229-E7CFE9B62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444FD6-1AF6-4332-D1E4-A8AF91C9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53281B-ADCA-3E49-28E4-194CC454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5271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77A871-E983-6146-1E72-C8F38190E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B399D4-F99A-E9BF-A0A5-65705F87B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9F4F12-E7DB-9F3A-F922-52694D0D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DF8F4E-170A-4A00-80C5-0FF617E1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D9CC28-9D17-D2FA-B4D7-13570A38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386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89694E-E5EC-7F7B-49DA-79C1AFA0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70BC96-F8C0-0FFD-EA06-4B57F4155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546C2A-06C2-CF47-7F27-138A69072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D36EAF-A5AA-50F7-EF70-BF46E6C9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4BEA20-7706-163A-47E7-D2B4C835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758B61-ADED-2EE0-0A81-EB2AF834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743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F9F394-47B9-0A5D-E2E3-2A120C38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F87D00-DF5E-BB9D-CC22-9D495466B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38116C-769E-8700-E21C-C45EF45CB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57E5833-C5A0-F868-71E5-A871072CB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EC8E515-22A8-95FF-13E6-CBBD878E9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93EE5F-4AB3-D552-AE1D-2116896B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1205450-AF53-C07C-D4A9-8E01BB12F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B532E04-EEE0-756B-99C2-334C1E95B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6122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58CD09-7B5C-B22B-9A61-CDE9B669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F4B87C-D3C2-36A1-1F49-F5EE2894F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8B38686-7750-F6EF-D92C-E81D7606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443032B-3433-B9BF-60CF-2929BE7B3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3592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023BD-C6F3-7AEB-C52A-1EA00202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0B76B4E-716C-5550-9203-F36FCEDE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F7DF29-C059-B65E-23D1-72FE479B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27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491B7B-A777-34DE-F704-2E2A5CEE9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B99144-995C-71DF-BF20-0DC5FA687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1EDD67-E1F9-E96A-74CD-891DB57D3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6C2FF0-A13B-6C14-8B84-142D3858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6C340E-35FF-FF8D-951E-8D4EB901F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15AF0E-FDD5-BB9B-31D3-B712A537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3683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F8514-1C47-BBF8-9E20-9D5A7359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B7E80AB-3BD4-816A-546E-2897B8B21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DF01B7-8E56-99C7-319E-6D2CCB2B5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C74E9F-D4F3-20DF-72F6-B624293A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6108EC-A0D4-8CF7-9000-39AE08CFA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AF911C-9678-543D-33C5-1241A5D9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404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F3F50E-4DD2-15DF-9BF4-4EEF0AC9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5019ACC-926F-561C-3746-81077709B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59F2E3-C94C-D045-7F9A-FA48885B5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899F9F-D59C-CAEB-1BE7-E969E2484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E9B9FE-6C64-E03C-09DD-C1B9952B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9045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B42FF1-69FE-F643-50FD-4E557E56B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EC3E6D-A181-07D5-9FDC-7B983EBA0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7F8890-725F-1B8C-7C57-76D1E328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6B195D-5816-4AFA-5CA1-02D6DCAD6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2A47AC-18EA-38F9-A77A-544DB51F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5682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D42D71-BFF6-3750-316F-E960A98E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301DC7-B770-883A-AE81-305DD5887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235302-81DC-5D74-4AE4-56AF6625E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ABB0E6-8113-482C-B4DF-A8C54B04E00F}" type="datetimeFigureOut">
              <a:rPr lang="de-AT" smtClean="0"/>
              <a:t>20.09.2026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62A26D-E8BD-969A-FFCA-121FB7D59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A4328-2443-401A-D800-933A33E95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00A0C-EEC7-499D-8B67-A0DEB98B173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4565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1954A0-2010-202E-180E-CB14F0E881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err="1"/>
              <a:t>MedTrack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9F5DEFA-0B12-3181-DE31-D9FBE926C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/>
              <a:t>,,Find it. Track it. Use it.“</a:t>
            </a:r>
          </a:p>
          <a:p>
            <a:r>
              <a:rPr lang="de-AT"/>
              <a:t>by Leon, Julian &amp; Alexander</a:t>
            </a:r>
          </a:p>
        </p:txBody>
      </p:sp>
    </p:spTree>
    <p:extLst>
      <p:ext uri="{BB962C8B-B14F-4D97-AF65-F5344CB8AC3E}">
        <p14:creationId xmlns:p14="http://schemas.microsoft.com/office/powerpoint/2010/main" val="2085465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31D6D0-AE33-F641-AA78-713D91AA5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(Potenzieller) Auftraggeber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713FA4-92B6-8953-B7AF-FAE854928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/>
              <a:t>Krankenhäuser/Kliniken</a:t>
            </a:r>
          </a:p>
          <a:p>
            <a:pPr lvl="1"/>
            <a:r>
              <a:rPr lang="de-AT"/>
              <a:t>Pflegepersonal</a:t>
            </a:r>
          </a:p>
          <a:p>
            <a:pPr lvl="1"/>
            <a:r>
              <a:rPr lang="de-AT"/>
              <a:t>Ärztliches Personal</a:t>
            </a:r>
          </a:p>
          <a:p>
            <a:pPr lvl="1"/>
            <a:r>
              <a:rPr lang="de-AT"/>
              <a:t>Medizintechnik</a:t>
            </a:r>
          </a:p>
          <a:p>
            <a:pPr lvl="1"/>
            <a:r>
              <a:rPr lang="de-AT"/>
              <a:t>Krankenhausverwaltung</a:t>
            </a:r>
          </a:p>
        </p:txBody>
      </p:sp>
    </p:spTree>
    <p:extLst>
      <p:ext uri="{BB962C8B-B14F-4D97-AF65-F5344CB8AC3E}">
        <p14:creationId xmlns:p14="http://schemas.microsoft.com/office/powerpoint/2010/main" val="292100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FF9D99-3C40-14A5-AF7E-87C5B074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Ziele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02B28B-F261-0539-1067-969D35B74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/>
              <a:t>Medizinische Geräte schnell auffinden</a:t>
            </a:r>
          </a:p>
          <a:p>
            <a:r>
              <a:rPr lang="de-AT"/>
              <a:t>Suchzeit reduzieren</a:t>
            </a:r>
          </a:p>
          <a:p>
            <a:r>
              <a:rPr lang="de-AT"/>
              <a:t>Standort von Geräten übersichtlich darstellen</a:t>
            </a:r>
          </a:p>
          <a:p>
            <a:r>
              <a:rPr lang="de-AT"/>
              <a:t>Verfügbarkeit und Status nachvollziehen</a:t>
            </a:r>
          </a:p>
          <a:p>
            <a:pPr marL="0" indent="0">
              <a:buNone/>
            </a:pP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360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C8C03D-F22B-53A1-63BA-D9BBE902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A65E51-026C-0915-A6B0-259E49242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 dirty="0"/>
              <a:t>Was erstellen wir?</a:t>
            </a:r>
          </a:p>
          <a:p>
            <a:pPr lvl="1"/>
            <a:r>
              <a:rPr lang="de-AT" dirty="0"/>
              <a:t>BLE-Tags für medizinische Geräte</a:t>
            </a:r>
          </a:p>
          <a:p>
            <a:pPr lvl="1"/>
            <a:r>
              <a:rPr lang="de-AT" dirty="0"/>
              <a:t>2 ESP-32-Empfänger zur Ortung</a:t>
            </a:r>
          </a:p>
          <a:p>
            <a:pPr lvl="1"/>
            <a:r>
              <a:rPr lang="de-AT" dirty="0"/>
              <a:t>Backend + Datenbank</a:t>
            </a:r>
          </a:p>
          <a:p>
            <a:pPr lvl="1"/>
            <a:r>
              <a:rPr lang="de-AT" dirty="0"/>
              <a:t>Webinterface</a:t>
            </a:r>
          </a:p>
          <a:p>
            <a:pPr lvl="1"/>
            <a:r>
              <a:rPr lang="de-AT" dirty="0"/>
              <a:t>Geräteverwaltung</a:t>
            </a:r>
          </a:p>
          <a:p>
            <a:pPr lvl="1"/>
            <a:r>
              <a:rPr lang="de-AT" dirty="0"/>
              <a:t>Standortanzeige</a:t>
            </a:r>
          </a:p>
          <a:p>
            <a:pPr lvl="1"/>
            <a:r>
              <a:rPr lang="de-AT" dirty="0"/>
              <a:t>Status-/Wartungsverwaltung</a:t>
            </a:r>
          </a:p>
          <a:p>
            <a:pPr lvl="1"/>
            <a:r>
              <a:rPr lang="de-AT" dirty="0"/>
              <a:t>Prototyp eines Krankenhausbereichs</a:t>
            </a:r>
          </a:p>
          <a:p>
            <a:pPr lvl="1"/>
            <a:r>
              <a:rPr lang="de-AT" dirty="0"/>
              <a:t>Benutzerverwaltung</a:t>
            </a:r>
          </a:p>
        </p:txBody>
      </p:sp>
    </p:spTree>
    <p:extLst>
      <p:ext uri="{BB962C8B-B14F-4D97-AF65-F5344CB8AC3E}">
        <p14:creationId xmlns:p14="http://schemas.microsoft.com/office/powerpoint/2010/main" val="385077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89F07-B76A-1695-56CE-E12290C1F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Zielerreichung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036C69-D5AC-CE4E-1BC9-CBE3D0B19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/>
              <a:t>Woran messen wir den Erfolg?</a:t>
            </a:r>
          </a:p>
          <a:p>
            <a:pPr lvl="1"/>
            <a:r>
              <a:rPr lang="de-AT"/>
              <a:t>Mehrere Geräte gleichzeitig erkannt</a:t>
            </a:r>
          </a:p>
          <a:p>
            <a:pPr lvl="1"/>
            <a:r>
              <a:rPr lang="de-AT"/>
              <a:t>Geräte werden dem richtigen Bereich zugeordnet </a:t>
            </a:r>
          </a:p>
          <a:p>
            <a:pPr lvl="1"/>
            <a:r>
              <a:rPr lang="de-AT"/>
              <a:t>Standort wird im Webinterface angezeigt</a:t>
            </a:r>
          </a:p>
          <a:p>
            <a:pPr lvl="1"/>
            <a:r>
              <a:rPr lang="de-AT"/>
              <a:t>Standortänderungen werden automatisch erkannt</a:t>
            </a:r>
          </a:p>
          <a:p>
            <a:pPr lvl="1"/>
            <a:r>
              <a:rPr lang="de-AT"/>
              <a:t>Testfälle erreichen eine festgelegte Erkennungsgenauigkeit (bis zu 10cm genau)</a:t>
            </a:r>
          </a:p>
          <a:p>
            <a:pPr lvl="1"/>
            <a:r>
              <a:rPr lang="de-AT"/>
              <a:t>Gesamtes System funktioniert</a:t>
            </a:r>
          </a:p>
        </p:txBody>
      </p:sp>
    </p:spTree>
    <p:extLst>
      <p:ext uri="{BB962C8B-B14F-4D97-AF65-F5344CB8AC3E}">
        <p14:creationId xmlns:p14="http://schemas.microsoft.com/office/powerpoint/2010/main" val="1096769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354F-B170-C2EC-933E-546C89557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AD6FD3-88ED-7012-6CE5-6DA2116B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2765425"/>
            <a:ext cx="4886325" cy="1325563"/>
          </a:xfrm>
        </p:spPr>
        <p:txBody>
          <a:bodyPr>
            <a:normAutofit/>
          </a:bodyPr>
          <a:lstStyle/>
          <a:p>
            <a:r>
              <a:rPr lang="de-AT" sz="7200" dirty="0"/>
              <a:t>[PROTOTYP]</a:t>
            </a:r>
          </a:p>
        </p:txBody>
      </p:sp>
    </p:spTree>
    <p:extLst>
      <p:ext uri="{BB962C8B-B14F-4D97-AF65-F5344CB8AC3E}">
        <p14:creationId xmlns:p14="http://schemas.microsoft.com/office/powerpoint/2010/main" val="365778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318C1-2E8F-EBCB-E592-159B83A4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3B4F04-7CF4-4E08-15C5-7891E378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575" y="2755900"/>
            <a:ext cx="4286250" cy="1344613"/>
          </a:xfrm>
        </p:spPr>
        <p:txBody>
          <a:bodyPr>
            <a:noAutofit/>
          </a:bodyPr>
          <a:lstStyle/>
          <a:p>
            <a:r>
              <a:rPr lang="de-AT" sz="8000" dirty="0"/>
              <a:t>DANKE!</a:t>
            </a:r>
          </a:p>
        </p:txBody>
      </p:sp>
    </p:spTree>
    <p:extLst>
      <p:ext uri="{BB962C8B-B14F-4D97-AF65-F5344CB8AC3E}">
        <p14:creationId xmlns:p14="http://schemas.microsoft.com/office/powerpoint/2010/main" val="4283361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</vt:lpstr>
      <vt:lpstr>MedTrack</vt:lpstr>
      <vt:lpstr>(Potenzieller) Auftraggeber</vt:lpstr>
      <vt:lpstr>Ziele</vt:lpstr>
      <vt:lpstr>Ergebnisse</vt:lpstr>
      <vt:lpstr>Zielerreichung</vt:lpstr>
      <vt:lpstr>[PROTOTYP]</vt:lpstr>
      <vt:lpstr>DANKE!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Parzer Leon</dc:creator>
  <cp:revision>48</cp:revision>
  <dcterms:created xsi:type="dcterms:W3CDTF">2026-09-18T06:35:17Z</dcterms:created>
  <dcterms:modified xsi:type="dcterms:W3CDTF">2026-09-21T06:22:53Z</dcterms:modified>
</cp:coreProperties>
</file>